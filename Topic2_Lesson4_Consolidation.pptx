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48056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COMPUTER SCIENCE  ·  UNIT 1  ·  TOPIC 2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Operations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375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4: Bringing It All Together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8100">
            <a:solidFill>
              <a:srgbClr val="F2A5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3434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toolkit, modelled past-paper questions, and getting exam-ready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OBJECTIVES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lesson, you will be able to…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3736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all nine Boolean laws as one connected toolkit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1226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nine separate things learned on nine separate days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89864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85292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complete past-paper questions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2278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law at each step, showing full working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40142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40142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96849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Recognise the exam habits that cost marks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3434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steps, unnamed laws, and truth-table shortcuts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512978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5129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08406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for a proper assessment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4589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choice first, then full written questions, no notes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4: Bringing It All Together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120640" y="1737360"/>
            <a:ext cx="1645920" cy="16459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120640" y="173736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65760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Starter: recap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448056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the self-paced Lesson 3 recap on your own device before we start.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4: Bringing It All Together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TEACH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toolkit — nine laws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simplification question — however long — is just these nine laws, applied one at a time.</a:t>
            </a:r>
            <a:endParaRPr lang="en-US" sz="13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9144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480560"/>
                <a:gridCol w="4389120"/>
              </a:tblGrid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. 1 =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+ 0 =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Annulment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. 0 =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+ 1 =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. A =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A =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. Ā =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Ā =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Commutative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. B = B .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B = B +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(A.B).C = A.(B.C)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(A+B)+C = A+(B+C)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Involution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¬(¬A) =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A.(B+C) = A.B+A.C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A+(B.C) = (A+B).(A+C)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Absorption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A.(A+B) =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+ A.B =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Brackets → NOT → AND → OR ·  Ā means NOT A  ·  no truth tables for simplification marks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4: Bringing It All Together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TEACH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Plus: four NOT A patterns to recognise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separate laws — just the laws above, applied when one term is negated.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91440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76072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Simplifies to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Ā.(A.B)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Ā.(A+B)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Ā.B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Ā+(A.B)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Ā+B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Ā+(A+B)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1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7548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two: Complement turns Ā.A into 0, then the rest follows. Bottom two: the OR-over-AND distributive form, then Complement turns Ā+A into 1.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4: Bringing It All Together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earns the marks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562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law per line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marked one point per correct line of working, not one point for the final answer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27355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 the law on every line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03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simple ones — it's how the examiner knows what you did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452628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69087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 tables don't count here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51206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brilliant for proving a law holds, but not accepted as a simplification method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4: Bringing It All Together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EXAMPLE — 5 MARKS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A.(A + C) + C.(A + B)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7830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 + C.(A + B)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349240" y="1783080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Absorption:  A.(A+C) = 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32888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253288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 + C.A + C.B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2532888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over OR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82696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3282696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 + C.B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3282696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Absorption:  A + C.A = 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lines, three laws named. You saw this one in Lesson 3 — here it is in full.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4: Bringing It All Together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EXAMPLE — 6 MARKS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A.(A+B) + C.(A+B) + A.(B+C)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1247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645920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A.A + A.B + C.A + C.B + A.B + A.C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1645920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over OR — expand all three brackets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221992"/>
            <a:ext cx="11247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2221992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 + A.B + C.A + C.B + A.B + A.C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221992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Idempotent:  A.A = A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798064"/>
            <a:ext cx="11247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798064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 + C.A + C.B + A.B + A.C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798064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Absorption:  A + A.B = 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374136"/>
            <a:ext cx="11247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3374136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 + C.B + A.B + A.C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3374136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Absorption:  A + C.A = 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950208"/>
            <a:ext cx="11247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950208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 + C.B + A.C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950208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Absorption:  A + A.B = 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4526280"/>
            <a:ext cx="11247120" cy="512064"/>
          </a:xfrm>
          <a:prstGeom prst="roundRect">
            <a:avLst>
              <a:gd name="adj" fmla="val 10714"/>
            </a:avLst>
          </a:prstGeom>
          <a:solidFill>
            <a:srgbClr val="EAF3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4526280"/>
            <a:ext cx="5669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 + C.B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4526280"/>
            <a:ext cx="5257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Absorption:  A + A.C = A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54406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one we only got to pose, not finish, last lesson. Expand first, then absorb one term at a time — six lines, six marks.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4: Bringing It All Together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EXAMPLE — 8 MARKS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A.(B+C) + C.(A+C) + B.(B+A)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247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1691640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A.(B+C) + C + B.(B+A)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349240" y="1691640"/>
            <a:ext cx="6172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Absorption:  C.(A+C) = C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267712"/>
            <a:ext cx="11247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2267712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A.(B+C) + C + B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349240" y="2267712"/>
            <a:ext cx="6172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Absorption:  B.(B+A) = B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843784"/>
            <a:ext cx="11247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843784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A.B + A.C + C + B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2843784"/>
            <a:ext cx="6172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over OR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419856"/>
            <a:ext cx="1124712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3419856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B + A.C + 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3419856"/>
            <a:ext cx="6172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Absorption:  A.B + B = B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3995928"/>
            <a:ext cx="11247120" cy="512064"/>
          </a:xfrm>
          <a:prstGeom prst="roundRect">
            <a:avLst>
              <a:gd name="adj" fmla="val 10714"/>
            </a:avLst>
          </a:prstGeom>
          <a:solidFill>
            <a:srgbClr val="EAF3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99592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B + C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3995928"/>
            <a:ext cx="6172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Absorption:  A.C + C = C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5120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longest one today — five lines, five laws, all absorption and one distributive step. Same habits, just more of them.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4: Bringing It All Together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OK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with the toolkit to hand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reference sheet if you need it. Show every step, name every law.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4290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 A.B + A.B̄ + A.C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429768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297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 D + D.E + F̄.D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4: Bringing It All Together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PRACTICE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457200" y="141732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F2A54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OK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011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on your own — exam-style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past-paper difficulty. Work through in order — they get harder.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42900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  B.(B+C) + C̄.(B+C)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429768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297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  A.(A+B) + Ā.B + A.C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4: Bringing It All Together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PLENARY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costs marks?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64792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Jumping straight to the answer, skipping lines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04872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386584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a law correctly but not naming it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026664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008376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for a truth table instead of an algebraic step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648456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63016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one step too early — check it's fully simplified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270248"/>
            <a:ext cx="384048" cy="384048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1C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2519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5E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spotting a common factor already staring back at you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5212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multiple choice (cheat sheet allowed), then full written questions with no cheat sheet.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4: Bringing It All Together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assessment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choice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recall and identification — name the law, spot the error in a line of working.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566160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E7F7EE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5661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Cheat sheet allowed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64592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18745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written questions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743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past-paper questions. Every step, your own working, marked like the real thing.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29400" y="356616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FDEAEA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3566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 cheat sheet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512064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12064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is normally cheat-sheet-free — but if you're finding this tough, ask and you can still have one. It's about showing what you can do, not catching anyone out.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4: Bringing It All Together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POST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summary &amp; key vocabulary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OBJECTIVES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nine laws as one toolkit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Three full past-paper questions, modelled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Guided and independent exam practice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habits that cost marks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931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2519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assessment: multiple choice (cheat sheet OK), then full written questions (no cheat sheet — revise the toolkit beforehand, though ask if you need support).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DE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1828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VOCABULARY (EN / CY)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2128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operations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915400" y="22128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Gweithrediadau Rhesymegol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6700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expression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26700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Mynegiad Booleaidd (verify)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31272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31272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Gweithredydd Rhesymegol (verify)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3584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35844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[check Y Termiadur Addysg]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041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915400" y="404164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[check Y Termiadur Addysg]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463600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Welsh terms not yet confirmed are flagged — verify before posting.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– Logical Operations  |  Lesson 4: Bringing It All Together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338560" y="6510528"/>
            <a:ext cx="393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2026-10-06T07:52:34Z</dcterms:created>
  <dcterms:modified xsi:type="dcterms:W3CDTF">2026-10-06T07:52:34Z</dcterms:modified>
</cp:coreProperties>
</file>
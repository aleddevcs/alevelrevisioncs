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 ·  UNIT 1  ·  TOPIC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Operations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3: Distribution, Factoring &amp; Absorption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expanding brackets to proving absorption step by step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you will be able to…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and factorise using the distributive law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12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directions: A.(B+C) and the less familiar A+(B.C)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8986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and apply the absorption law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A.B = A and A.(A+B) = A, showing every step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684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expressions involving NOT 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extended absorption forms, proved step by step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297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84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every law together to answer exam questions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full toolkit from Lessons 2 and 3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737360"/>
            <a:ext cx="1645920" cy="1645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2064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Starter: recap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self-paced Lesson 2 recap on your own device before we start.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distributive law — two forms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algebra has two distributive forms. The first behaves like ordinary algebra; the second has no equivalent in normal arithmetic.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A.(B + C) = A.B + A.C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familiar one — just like multiplying out a bracket in normal algebra.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114800"/>
          <a:ext cx="91440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A.(B+C)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A.B+A.C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09360" y="21031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OVER AND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(B.C) = (A+B).(A+C)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only exists in Boolean algebra — there's no arithmetic equivalent. You'll need it later today.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4114800"/>
          <a:ext cx="9144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146304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A+(B.C)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(A+B).(A+C)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brackets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A.(B + Ā)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A.B + A.Ā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+ (A.C)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(B+A).(B+C)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over AND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which form to use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159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operator OUTSIDE the bracket. AND outside → use “AND over OR”. OR outside → use “OR over AND”. The term outside gets multiplied‐in – or OR'd‐in – to everything inside.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expand these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each bracket fully. Nothing else — don't simplify any further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A.(B + C)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215384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1538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C.(A + Ā)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00176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A + (B.C)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578815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78815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 B + (A.C)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Factoring — the reverse skill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law, used backwards. Spot a term that appears in both parts, and pull it outside a bracket.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A.B + A.C = A.(B + C)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factor: A appears in both terms.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4E2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(A+B).(A+C) = A + (B.C)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term: A appears in both brackets.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skill that unlocks absorption later today — spotting a common factor is exactly how the “force factorise” technique works.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Factoring out the common term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A.B + A.Ā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A.(B + Ā)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factor: 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(B+A).(B+C)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B + (A.C)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term: 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factoring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159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you've factored correctly? Expand your answer back out — if you get back to where you started, it's right.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factorise these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common factor or term, then rewrite with the bracket.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A.B + A.C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215384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1538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C.A + C.Ā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00176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(A+B).(A+C)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578815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78815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 (C+A).(C+B)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 — 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absorption law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A.B = 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A.B on top of A adds nothing new — A already covers it.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8036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18872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A+A.B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A.(A + B) = A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already one of the things being OR'd — ANDing with it changes nothing.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88036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18872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A.(A+B)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it algebraically: “force factorise”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A.B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A.1 + A.B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874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A = A.1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14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A.(1 + B)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514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54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154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Annulment: 1+B=1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7947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794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A.(A + B)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874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(A+0).(A+B)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1874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A = A+0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51460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514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(0.B)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514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 (OR over AND)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1546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154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3154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Annulment: 0.B=0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379476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3794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794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rewrite A using Identity so there's something to factorise with — then the Annulment law wipes out the extra bracket.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Simplify, showing every step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force-factorise method. Name the law on every line — no jumping straight to the answer.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B + B.C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C.(C + A)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D + D.Ā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absorption — when NOT A appears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but one of the terms is negated. These four patterns come up often in exam questions — learn to spot them.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9144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607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Simplifies 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Ā.(A.B)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Ā.(A+B)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Ā.B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Ā+(A.B)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Ā+B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Ā+(A+B)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use AND-based laws; bottom two use the OR-over-AND distributive form from earlier.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A, AND-based forms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Ā.(A.B)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(Ā.A).B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8745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— regroup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5117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511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55117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Ā.A=0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2783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278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22783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Ā.(A+B)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874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Ā.A + Ā.B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8745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55117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5511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 + Ā.B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55117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Ā.A=0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22783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2278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Ā.B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322783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to notice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63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Ā meets A inside the same term, they cancel to 0 — that's the Complement law doing the work. Everything else follows from there.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A, OR-based forms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Ā+(A.B)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(Ā+A).(Ā+B)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8745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over 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5117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511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1.(Ā+B)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511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Ā+A=1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2783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2783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Ā+B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278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Ā+(A+B)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874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(Ā+A)+B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8745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— regroup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55117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5511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1+B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55117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Ā+A=1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22783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2278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322783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OR side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63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Ā+A always collapses to 1 (Complement law) — the same cancelling idea as the AND-based pair, just with + instead of the dot.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FORMS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these, one law per 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Ā.(A+C)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621024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2102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Ā+(A.C)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40740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40740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B.(B̄.C)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519379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 Ā+(A+D)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737360"/>
            <a:ext cx="1645920" cy="1645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2064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time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Gimkit: expanding, factoring, and both flavours of absorption.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IT 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mix today's skills together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needs more than one technique from today. Work through in order — they get harder.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A.B + A.Ā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C + C.D + Ā.C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B.(A+B) + Ā.(A+B)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A.(A+C) + C.(A+B)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C.(A+B)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96596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A.(A+C) =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60904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6090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C.A + C.B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660904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35584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C.B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35584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A + C.A = 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genuine WJEC/Eduqas past-paper question (5 marks). Three lines, three laws named — full marks.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 you to try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showing each step, simplify: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A.(A+B) + C.(A+B) + A.(B+C)          [6 marks]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past-paper question. Show every step, name every law — that's how the marks are awarded.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 this next lesson, when we bring everything together.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have we covered today?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with both forms of the distributive law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8658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Factoring — spotting the common factor or term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083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Absorption, proved algebraically with “force factorise”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301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NOT A extended absorption forms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51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everything to answer a real exam question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bringing every law together for sustained exam practice.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summary &amp; key vocabulary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Expanding — both distributive forms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Factoring — spotting the common factor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Absorption, proved step by step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Extended absorption with NOT A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full exam-style question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Microsoft Forms quiz. Play the Gimkit if you didn't finish in class.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(EN / CY)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operations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212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Gweithrediadau Rhesymegol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Mynegiad Booleaidd (verify)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Gweithredydd Rhesymegol (verify)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law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 Y Termiadur Addysg]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law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 Y Termiadur Addysg]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6360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terms not yet confirmed are flagged — verify before posting.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3: Distribution, Factoring &amp; Absorption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2026-09-29T09:31:31Z</dcterms:created>
  <dcterms:modified xsi:type="dcterms:W3CDTF">2026-09-29T09:31:31Z</dcterms:modified>
</cp:coreProperties>
</file>
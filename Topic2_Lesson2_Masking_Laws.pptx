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COMPUTER SCIENCE  ·  UNIT 1  ·  TOPIC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Operations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Masking, Registers &amp; Boolean Laws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masking a single bit to proving the Boolean identity laws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lesson, you will be able to…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mask to check the state of a bit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12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mask, name the operation, and give the result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8986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529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mask to clear specific bits in a register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chosen bits to 0 while leaving the rest unchanged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684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prove seven Boolean identity laws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annulment, idempotent, complement, commutative, associative, involution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297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84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simplifying expressions using these laws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58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one law applied per line, as the mark scheme requires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 from Lesson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order do you evaluate a Boolean expression in?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does a truth table need for 3 inputs?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1, B = 0. What is A ⊕ B?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table's output is 1 only when A = 0, B = 1. What's the term for that row?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440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 mini whiteboards — hold up together on the count of three.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masking?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mask is a pattern of bits used with AND to check or change specific bits in a register, without disturbing the rest.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3566160"/>
          </a:xfrm>
          <a:prstGeom prst="roundRect">
            <a:avLst>
              <a:gd name="adj" fmla="val 2051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THREE-PART SKILL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the mark scheme rewards — three separate marks, one for each part: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mask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 pattern you'll AND with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34290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operation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09560" y="342900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0956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result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out, bit by bit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892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bit in the mask is 1, the original bit is preserved (checked). Where it's 0, the result is forced to 0.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most significant bit set to 1?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78992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00784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00784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22576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2257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44368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4436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66160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87952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8795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09744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566928" cy="566928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78992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700784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00784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322576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22576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944368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44368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566160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6616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187952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8795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809744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09744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040880" y="155448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6092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Mask:  10000000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Operation:  AND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Result: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3017520"/>
          <a:ext cx="9144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43" name="Text 40"/>
          <p:cNvSpPr txBox="1"/>
          <p:nvPr/>
        </p:nvSpPr>
        <p:spPr>
          <a:xfrm>
            <a:off x="7360920" y="5394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10000000 (not all zero) → the MSB is 1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36576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register bit by the mask bit in that position — AND behaves just like × for single bits.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masking practice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register below, use a mask to check the bit shown. State the mask, the operation, and the result.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bit 0 (LSB)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3886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54480" y="3886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103120" y="3886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51760" y="3886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0" y="3886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49040" y="3886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97680" y="3886200"/>
            <a:ext cx="502920" cy="502920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bit 3 (from the right)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05840" y="5029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554480" y="5029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544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103120" y="5029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31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2651760" y="5029200"/>
            <a:ext cx="502920" cy="502920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5176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200400" y="5029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0040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749040" y="5029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4904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4297680" y="502920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976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Clearing bits in a register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means forcing specific bits to 0 while leaving every other bit exactly as it was.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47120" cy="18288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AND — same operation as masking. Put a 1 in the mask for every bit you want to KEEP, and a 0 for every bit you want to CLEAR.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asks a question (is this bit 1?). Clearing changes the register (force these bits to 0) — same tool, different purpose.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the rightmost 4 bits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78992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7899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00784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00784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22576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22576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44368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44368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566160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87952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87952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09744" y="182880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 (keep left 4, clear right 4)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78992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7899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700784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00784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322576" y="288036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22576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944368" y="288036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44368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566160" y="288036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6616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4187952" y="288036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187952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809744" y="288036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09744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93192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5720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1078992" y="393192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78992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700784" y="393192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700784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2322576" y="3931920"/>
            <a:ext cx="566928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322576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2944368" y="393192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944368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3566160" y="393192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56616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4187952" y="393192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187952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4809744" y="3931920"/>
            <a:ext cx="566928" cy="566928"/>
          </a:xfrm>
          <a:prstGeom prst="rect">
            <a:avLst/>
          </a:prstGeom>
          <a:solidFill>
            <a:srgbClr val="F2A541"/>
          </a:solidFill>
          <a:ln w="25400">
            <a:solidFill>
              <a:srgbClr val="F2A54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809744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457200" y="48463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77240" y="48463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 4 bits (1101) are unchanged — ANDed with 1. The right 4 bits are forced to 0000 — ANDed with 0, regardless of what they were.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clearing practice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register, write the mask you'd need, then work out the result.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Clear the leftmost 3 bits, keep the rest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5448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10312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5176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517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004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74904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297680" y="374904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720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Clear bits 2 and 5 only (from the right, starting at 0), keep the rest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0584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55448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544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210312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1031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265176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65176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320040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004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374904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490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4297680" y="4937760"/>
            <a:ext cx="502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976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laws you'll use constantly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simplification question is just applying these laws, one at a time. Learn them well now — today we'll prove each one holds using a truth table.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4114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form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form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1 = 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+ 0 = 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0 = 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+ 1 = 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A = 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A = 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Ā = 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Ā = 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B = B . 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= B + 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(A.B).C = A.(B.C)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(A+B)+C = A+(B+C)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¬(¬A) = 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 — 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Annulment laws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. 1 = A          A + 0 = 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with 1 (AND) or 0 (OR) never changes the value.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154680"/>
          <a:ext cx="9144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ANNULMENT LAW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. 0 = 0          A + 1 = 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ANDing with 0 always gives 0. ORing with 1 always gives 1 — the value of A doesn't matter.</a:t>
            </a:r>
            <a:endParaRPr lang="en-US" sz="12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154680"/>
          <a:ext cx="9144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 — 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Idempotent &amp; Complement laws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LAW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. A = A          A + A = 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 with itself, either way, just gives A back.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154680"/>
          <a:ext cx="9144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LAW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. Ā = 0          A + Ā = 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606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NOT A can never both be true, and between them cover every case.</a:t>
            </a:r>
            <a:endParaRPr lang="en-US" sz="12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154680"/>
          <a:ext cx="9144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 — 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Commutative &amp; Associative laws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 LAW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A.B = B.A          A+B = B+A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of the inputs doesn't matter.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17520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30936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2940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 LAW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(A.B).C = A.(B.C)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2450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(A+B)+C = A+(B+C)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29260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matter how you group three or more terms with the same operator — the brackets can move.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29400" y="3794760"/>
            <a:ext cx="4754880" cy="1737360"/>
          </a:xfrm>
          <a:prstGeom prst="roundRect">
            <a:avLst>
              <a:gd name="adj" fmla="val 3158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379476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 inputs that's 8 rows — too many to fit here. As an extension, try proving it yourself on paper.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 — 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Involution law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¬(¬A) = 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NOTs cancel out. Negating a value twice just gives you the original value back.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9144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¬(¬A)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73736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08660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3317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you'll reach for whenever a simplification leaves you with a double negation — spot it and remove both bars in one step.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TASK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prove it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group, pick one of the seven laws. Build a truth table that proves both sides of the law give the same result for every input — then present it back to the class.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30552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30552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803904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03904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77256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77256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50608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23960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23960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497312" y="379476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497312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two expressions are equivalent if they produce identical output columns for every combination of inputs.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737360"/>
            <a:ext cx="1645920" cy="1645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2064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time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Gimkit: masking, clearing registers, and naming each of the seven laws.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now on: one law per 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simplification question is marked one point per correct line — not one point for the final answer. Skipping steps loses marks, even if your final answer is right.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1247120" cy="1554480"/>
          </a:xfrm>
          <a:prstGeom prst="roundRect">
            <a:avLst>
              <a:gd name="adj" fmla="val 4706"/>
            </a:avLst>
          </a:prstGeom>
          <a:solidFill>
            <a:srgbClr val="FDEAEA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78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COSTS MARKS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07792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are NOT accepted as a simplification method. They're brilliant for proving a law holds — but a simplification question needs algebraic steps, one law at a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11247120" cy="1920240"/>
          </a:xfrm>
          <a:prstGeom prst="roundRect">
            <a:avLst>
              <a:gd name="adj" fmla="val 381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habit, starting today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091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name of the law next to every line, even for the simple ones. It feels slow now — it's what earns full marks later.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Simplify: B . (A + Ā)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. (A + Ā)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0175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B . 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30175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law:  A + Ā = 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0624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B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420624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law:  B . 1 = 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lines, two laws named. That's a full-marks answer.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these, one law per line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34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A . 1  +  B . 0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03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A  +  A . 1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572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 C . (B + B̄)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54406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 A . A  +  B . 0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use the seven laws from today. Name the law on every line.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have we covered today?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Masking — the three-part skill: mask, operation, result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505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registers — 1 to keep, 0 to clear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363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Boolean laws, each proved with a truth table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221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one-law-per-line habit for full marks in simplification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distribution, factoring, and the absorption law.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summary &amp; key vocabulary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Masking — checking a bit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Clearing registers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Seven Boolean identity laws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Starting simplification, one law per line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51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independent simplification tasks. Complete the Gimkit quiz before next lesson.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(EN / CY)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operations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212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Gweithrediadau Rhesymegol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Mynegiad Booleaidd (verify)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127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Gweithredydd Rhesymegol (verify)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584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/ masking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 Y Termiadur Addysg]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 Y Termiadur Addysg]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6360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terms not yet confirmed are flagged — verify before posting.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2: Masking, Registers &amp; Boolean Laws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2026-09-25T17:10:35Z</dcterms:created>
  <dcterms:modified xsi:type="dcterms:W3CDTF">2026-09-25T17:10:35Z</dcterms:modified>
</cp:coreProperties>
</file>